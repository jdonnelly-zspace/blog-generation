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zSpace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/blog skill in five minutes.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6459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0" dirty="0"/>
          </a:p>
        </p:txBody>
      </p:sp>
      <p:sp>
        <p:nvSpPr>
          <p:cNvPr id="9" name="Text 7"/>
          <p:cNvSpPr/>
          <p:nvPr/>
        </p:nvSpPr>
        <p:spPr>
          <a:xfrm>
            <a:off x="5486400" y="4297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your first post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6217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zSpace content writers   · 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zSpace Blog Quickstart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you need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F4F6F9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468880"/>
            <a:ext cx="640080" cy="6400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claude.ai/claude-code and sign in with your zSpace Google account.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F4F6F9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2468880"/>
            <a:ext cx="640080" cy="6400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Directus tokens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66560" y="38862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JP Donnelly (jdonnelly@zspace.com) for a sandbox token and a production token.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zSpace Blog Quickstart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into Claude Code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881360" cy="4297680"/>
          </a:xfrm>
          <a:prstGeom prst="roundRect">
            <a:avLst>
              <a:gd name="adj" fmla="val 170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up the zSpace blog-generation skill on this machine.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these steps and ask me for input only where noted.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Detect my OS (uname -s on Mac/Linux; $env:OS / ver on Windows).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Pick install locations: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Mac/Linux: ~/zspace/blog-generation  → ~/.claude/skills/zspace-blog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Windows:   %USERPROFILE%\zspace\blog-generation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→ %USERPROFILE%\.claude\skills\zspace-blog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Verify git is installed. If not, tell me how to install and stop.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Clone (or git pull) https://github.com/jdonnelly-zspace/blog-generation.git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into the install location.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Link the skill into my Claude skills folder so /blog works anywhere: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Mac/Linux: ln -snf &lt;install&gt;/.claude/skills/zspace-blog ~/.claude/skills/zspace-blog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Windows:   mklink /J ... (directory junction)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Copy .env.example to .env if it doesn't exist.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Open .env (open -e on Mac, notepad on Windows) and tell me to paste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my sandbox and production tokens.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Confirm success and tell me to type /blog.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 terse. Echo each command. Stop on any error.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zSpace Blog Quickstart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/blog from anywhere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/blog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 Code in any folder — you don't need to be in the project folder.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057400"/>
            <a:ext cx="411480" cy="4114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22860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asks about your topic, keywords, audience.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834640"/>
            <a:ext cx="411480" cy="4114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plan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3063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slug, excerpt, keywords — proposed for review.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611880"/>
            <a:ext cx="411480" cy="4114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PDF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3840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HTML draft plus a polished review PDF.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4389120"/>
            <a:ext cx="411480" cy="4114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check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46177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zspace.com link verified in a real browser.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5166360"/>
            <a:ext cx="411480" cy="4114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5166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95160" y="53949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 Directus as a draft for your review.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zSpace Blog Quickstart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CURRENT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automatic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type /blog, the skill checks for new writing guidelines and offers to pull them. You don't have to do anything.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to force an update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into Claude Code: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319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the latest from ~/zspace/blog-generation. Run git pull --ff-only there.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212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2120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posts go to sandbox by default. When you're comfortable, ask JP to walk you through flipping to production.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 Donnelly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jdonnelly@zspace.com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github.com/jdonnelly-zspace/blog-generation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zSpace Blog Quickstart</dc:title>
  <dc:subject>PptxGenJS Presentation</dc:subject>
  <dc:creator>zSpace</dc:creator>
  <cp:lastModifiedBy>zSpace</cp:lastModifiedBy>
  <cp:revision>1</cp:revision>
  <dcterms:created xsi:type="dcterms:W3CDTF">2026-05-21T18:07:36Z</dcterms:created>
  <dcterms:modified xsi:type="dcterms:W3CDTF">2026-05-21T18:07:36Z</dcterms:modified>
</cp:coreProperties>
</file>